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Glacial Indifference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41252" y="1711423"/>
            <a:ext cx="1587945" cy="1584356"/>
          </a:xfrm>
          <a:custGeom>
            <a:avLst/>
            <a:gdLst/>
            <a:ahLst/>
            <a:cxnLst/>
            <a:rect r="r" b="b" t="t" l="l"/>
            <a:pathLst>
              <a:path h="1584356" w="1587945">
                <a:moveTo>
                  <a:pt x="0" y="0"/>
                </a:moveTo>
                <a:lnTo>
                  <a:pt x="1587945" y="0"/>
                </a:lnTo>
                <a:lnTo>
                  <a:pt x="1587945" y="1584356"/>
                </a:lnTo>
                <a:lnTo>
                  <a:pt x="0" y="15843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12" t="0" r="-1412" b="-392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75" y="0"/>
            <a:ext cx="18247450" cy="10287000"/>
          </a:xfrm>
          <a:custGeom>
            <a:avLst/>
            <a:gdLst/>
            <a:ahLst/>
            <a:cxnLst/>
            <a:rect r="r" b="b" t="t" l="l"/>
            <a:pathLst>
              <a:path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430"/>
            <a:ext cx="18288000" cy="10309860"/>
          </a:xfrm>
          <a:custGeom>
            <a:avLst/>
            <a:gdLst/>
            <a:ahLst/>
            <a:cxnLst/>
            <a:rect r="r" b="b" t="t" l="l"/>
            <a:pathLst>
              <a:path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75" y="0"/>
            <a:ext cx="18247450" cy="10287000"/>
          </a:xfrm>
          <a:custGeom>
            <a:avLst/>
            <a:gdLst/>
            <a:ahLst/>
            <a:cxnLst/>
            <a:rect r="r" b="b" t="t" l="l"/>
            <a:pathLst>
              <a:path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430"/>
            <a:ext cx="18267725" cy="10298430"/>
          </a:xfrm>
          <a:custGeom>
            <a:avLst/>
            <a:gdLst/>
            <a:ahLst/>
            <a:cxnLst/>
            <a:rect r="r" b="b" t="t" l="l"/>
            <a:pathLst>
              <a:path h="10298430" w="18267725">
                <a:moveTo>
                  <a:pt x="0" y="0"/>
                </a:moveTo>
                <a:lnTo>
                  <a:pt x="18267725" y="0"/>
                </a:lnTo>
                <a:lnTo>
                  <a:pt x="18267725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430"/>
            <a:ext cx="18267725" cy="10298430"/>
          </a:xfrm>
          <a:custGeom>
            <a:avLst/>
            <a:gdLst/>
            <a:ahLst/>
            <a:cxnLst/>
            <a:rect r="r" b="b" t="t" l="l"/>
            <a:pathLst>
              <a:path h="10298430" w="18267725">
                <a:moveTo>
                  <a:pt x="0" y="0"/>
                </a:moveTo>
                <a:lnTo>
                  <a:pt x="18267725" y="0"/>
                </a:lnTo>
                <a:lnTo>
                  <a:pt x="18267725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4503" y="874408"/>
            <a:ext cx="15443117" cy="8686754"/>
          </a:xfrm>
          <a:custGeom>
            <a:avLst/>
            <a:gdLst/>
            <a:ahLst/>
            <a:cxnLst/>
            <a:rect r="r" b="b" t="t" l="l"/>
            <a:pathLst>
              <a:path h="8686754" w="15443117">
                <a:moveTo>
                  <a:pt x="0" y="0"/>
                </a:moveTo>
                <a:lnTo>
                  <a:pt x="15443117" y="0"/>
                </a:lnTo>
                <a:lnTo>
                  <a:pt x="15443117" y="8686753"/>
                </a:lnTo>
                <a:lnTo>
                  <a:pt x="0" y="8686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46096" y="127085"/>
            <a:ext cx="281257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24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UI - Homepage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4503" y="874408"/>
            <a:ext cx="15443117" cy="8694679"/>
          </a:xfrm>
          <a:custGeom>
            <a:avLst/>
            <a:gdLst/>
            <a:ahLst/>
            <a:cxnLst/>
            <a:rect r="r" b="b" t="t" l="l"/>
            <a:pathLst>
              <a:path h="8694679" w="15443117">
                <a:moveTo>
                  <a:pt x="0" y="0"/>
                </a:moveTo>
                <a:lnTo>
                  <a:pt x="15443117" y="0"/>
                </a:lnTo>
                <a:lnTo>
                  <a:pt x="15443117" y="8694679"/>
                </a:lnTo>
                <a:lnTo>
                  <a:pt x="0" y="8694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" t="0" r="-4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05694" y="127085"/>
            <a:ext cx="289337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24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UI - ProfileCard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4503" y="874408"/>
            <a:ext cx="15443117" cy="8679140"/>
          </a:xfrm>
          <a:custGeom>
            <a:avLst/>
            <a:gdLst/>
            <a:ahLst/>
            <a:cxnLst/>
            <a:rect r="r" b="b" t="t" l="l"/>
            <a:pathLst>
              <a:path h="8679140" w="15443117">
                <a:moveTo>
                  <a:pt x="0" y="0"/>
                </a:moveTo>
                <a:lnTo>
                  <a:pt x="15443117" y="0"/>
                </a:lnTo>
                <a:lnTo>
                  <a:pt x="15443117" y="8679140"/>
                </a:lnTo>
                <a:lnTo>
                  <a:pt x="0" y="867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24372" y="127085"/>
            <a:ext cx="245602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24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UI - Watchlist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4503" y="874408"/>
            <a:ext cx="15443117" cy="8648061"/>
          </a:xfrm>
          <a:custGeom>
            <a:avLst/>
            <a:gdLst/>
            <a:ahLst/>
            <a:cxnLst/>
            <a:rect r="r" b="b" t="t" l="l"/>
            <a:pathLst>
              <a:path h="8648061" w="15443117">
                <a:moveTo>
                  <a:pt x="0" y="0"/>
                </a:moveTo>
                <a:lnTo>
                  <a:pt x="15443117" y="0"/>
                </a:lnTo>
                <a:lnTo>
                  <a:pt x="15443117" y="8648061"/>
                </a:lnTo>
                <a:lnTo>
                  <a:pt x="0" y="8648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4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49321" y="127085"/>
            <a:ext cx="20061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24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UI - Charts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4503" y="874408"/>
            <a:ext cx="15443117" cy="8679140"/>
          </a:xfrm>
          <a:custGeom>
            <a:avLst/>
            <a:gdLst/>
            <a:ahLst/>
            <a:cxnLst/>
            <a:rect r="r" b="b" t="t" l="l"/>
            <a:pathLst>
              <a:path h="8679140" w="15443117">
                <a:moveTo>
                  <a:pt x="0" y="0"/>
                </a:moveTo>
                <a:lnTo>
                  <a:pt x="15443117" y="0"/>
                </a:lnTo>
                <a:lnTo>
                  <a:pt x="15443117" y="8679140"/>
                </a:lnTo>
                <a:lnTo>
                  <a:pt x="0" y="867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76906" y="127085"/>
            <a:ext cx="255095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B24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UI - AI Screen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288000" cy="10264140"/>
          </a:xfrm>
          <a:custGeom>
            <a:avLst/>
            <a:gdLst/>
            <a:ahLst/>
            <a:cxnLst/>
            <a:rect r="r" b="b" t="t" l="l"/>
            <a:pathLst>
              <a:path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860"/>
            <a:ext cx="18288000" cy="10332720"/>
          </a:xfrm>
          <a:custGeom>
            <a:avLst/>
            <a:gdLst/>
            <a:ahLst/>
            <a:cxnLst/>
            <a:rect r="r" b="b" t="t" l="l"/>
            <a:pathLst>
              <a:path h="10332720" w="1828800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DAHFOQJGHWs</dc:identifier>
  <dcterms:modified xsi:type="dcterms:W3CDTF">2011-08-01T06:04:30Z</dcterms:modified>
  <cp:revision>1</cp:revision>
  <dc:title>Strend_Presentation</dc:title>
</cp:coreProperties>
</file>